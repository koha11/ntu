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77" d="100"/>
          <a:sy n="77" d="100"/>
        </p:scale>
        <p:origin x="96" y="29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021846-131D-4F15-B7F1-60080A25CE7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7357B46-9DB5-48E8-97D2-94E598D2475D}">
      <dgm:prSet custT="1"/>
      <dgm:spPr/>
      <dgm:t>
        <a:bodyPr/>
        <a:lstStyle/>
        <a:p>
          <a:pPr rtl="0"/>
          <a:r>
            <a:rPr lang="vi-VN" sz="1800" dirty="0" smtClean="0"/>
            <a:t>Giảm thiểu số lượng truy cập vào bộ nhớ chính</a:t>
          </a:r>
          <a:endParaRPr lang="en-US" sz="1800" dirty="0"/>
        </a:p>
      </dgm:t>
    </dgm:pt>
    <dgm:pt modelId="{90134D29-29B9-41BE-83A7-E50C51553666}" type="parTrans" cxnId="{58CB8E53-B0CA-4765-BC00-8DC3B84D3485}">
      <dgm:prSet/>
      <dgm:spPr/>
      <dgm:t>
        <a:bodyPr/>
        <a:lstStyle/>
        <a:p>
          <a:endParaRPr lang="en-US"/>
        </a:p>
      </dgm:t>
    </dgm:pt>
    <dgm:pt modelId="{6B6A7898-9035-42B4-8322-741DDB359B32}" type="sibTrans" cxnId="{58CB8E53-B0CA-4765-BC00-8DC3B84D3485}">
      <dgm:prSet/>
      <dgm:spPr/>
      <dgm:t>
        <a:bodyPr/>
        <a:lstStyle/>
        <a:p>
          <a:endParaRPr lang="en-US"/>
        </a:p>
      </dgm:t>
    </dgm:pt>
    <dgm:pt modelId="{2C29D555-8499-49D5-B710-3D58B81CDED2}">
      <dgm:prSet custT="1"/>
      <dgm:spPr/>
      <dgm:t>
        <a:bodyPr/>
        <a:lstStyle/>
        <a:p>
          <a:pPr rtl="0"/>
          <a:r>
            <a:rPr lang="en-US" sz="1800" dirty="0" err="1" smtClean="0"/>
            <a:t>Tăng</a:t>
          </a:r>
          <a:r>
            <a:rPr lang="en-US" sz="1800" dirty="0" smtClean="0"/>
            <a:t> </a:t>
          </a:r>
          <a:r>
            <a:rPr lang="en-US" sz="1800" dirty="0" err="1" smtClean="0"/>
            <a:t>hiệu</a:t>
          </a:r>
          <a:r>
            <a:rPr lang="en-US" sz="1800" dirty="0" smtClean="0"/>
            <a:t> </a:t>
          </a:r>
          <a:r>
            <a:rPr lang="en-US" sz="1800" dirty="0" err="1" smtClean="0"/>
            <a:t>suất</a:t>
          </a:r>
          <a:r>
            <a:rPr lang="en-US" sz="1800" dirty="0" smtClean="0"/>
            <a:t> </a:t>
          </a:r>
          <a:r>
            <a:rPr lang="en-US" sz="1800" dirty="0" err="1" smtClean="0"/>
            <a:t>của</a:t>
          </a:r>
          <a:r>
            <a:rPr lang="en-US" sz="1800" dirty="0" smtClean="0"/>
            <a:t> </a:t>
          </a:r>
          <a:r>
            <a:rPr lang="en-US" sz="1800" dirty="0" err="1" smtClean="0"/>
            <a:t>các</a:t>
          </a:r>
          <a:r>
            <a:rPr lang="en-US" sz="1800" dirty="0" smtClean="0"/>
            <a:t> vi </a:t>
          </a:r>
          <a:r>
            <a:rPr lang="en-US" sz="1800" dirty="0" err="1" smtClean="0"/>
            <a:t>xử</a:t>
          </a:r>
          <a:r>
            <a:rPr lang="en-US" sz="1800" dirty="0" smtClean="0"/>
            <a:t> </a:t>
          </a:r>
          <a:r>
            <a:rPr lang="en-US" sz="1800" dirty="0" err="1" smtClean="0"/>
            <a:t>lý</a:t>
          </a:r>
          <a:r>
            <a:rPr lang="en-US" sz="1800" dirty="0" smtClean="0"/>
            <a:t> Superscalar </a:t>
          </a:r>
          <a:r>
            <a:rPr lang="en-US" sz="1800" dirty="0" err="1" smtClean="0"/>
            <a:t>hoặc</a:t>
          </a:r>
          <a:r>
            <a:rPr lang="en-US" sz="1800" dirty="0" smtClean="0"/>
            <a:t> VLIW</a:t>
          </a:r>
          <a:endParaRPr lang="en-US" sz="1800" dirty="0"/>
        </a:p>
      </dgm:t>
    </dgm:pt>
    <dgm:pt modelId="{E6E98BF9-3AEC-4841-97B6-84F5D3982D5C}" type="parTrans" cxnId="{CE1A0B2F-301B-4876-8289-793003C446C4}">
      <dgm:prSet/>
      <dgm:spPr/>
      <dgm:t>
        <a:bodyPr/>
        <a:lstStyle/>
        <a:p>
          <a:endParaRPr lang="en-US"/>
        </a:p>
      </dgm:t>
    </dgm:pt>
    <dgm:pt modelId="{F96E1E3C-DA34-46E8-BE5D-B6BE95454C65}" type="sibTrans" cxnId="{CE1A0B2F-301B-4876-8289-793003C446C4}">
      <dgm:prSet/>
      <dgm:spPr/>
      <dgm:t>
        <a:bodyPr/>
        <a:lstStyle/>
        <a:p>
          <a:endParaRPr lang="en-US"/>
        </a:p>
      </dgm:t>
    </dgm:pt>
    <dgm:pt modelId="{1354B991-A75B-491F-BCC1-37DA89BBFDA7}">
      <dgm:prSet custT="1"/>
      <dgm:spPr/>
      <dgm:t>
        <a:bodyPr/>
        <a:lstStyle/>
        <a:p>
          <a:pPr rtl="0"/>
          <a:r>
            <a:rPr lang="en-US" sz="1800" dirty="0" err="1" smtClean="0"/>
            <a:t>Giảm</a:t>
          </a:r>
          <a:r>
            <a:rPr lang="en-US" sz="1800" dirty="0" smtClean="0"/>
            <a:t> </a:t>
          </a:r>
          <a:r>
            <a:rPr lang="en-US" sz="1800" dirty="0" err="1" smtClean="0"/>
            <a:t>độ</a:t>
          </a:r>
          <a:r>
            <a:rPr lang="en-US" sz="1800" dirty="0" smtClean="0"/>
            <a:t> </a:t>
          </a:r>
          <a:r>
            <a:rPr lang="en-US" sz="1800" dirty="0" err="1" smtClean="0"/>
            <a:t>trễ</a:t>
          </a:r>
          <a:r>
            <a:rPr lang="en-US" sz="1800" dirty="0" smtClean="0"/>
            <a:t> </a:t>
          </a:r>
          <a:r>
            <a:rPr lang="en-US" sz="500" dirty="0" smtClean="0"/>
            <a:t>:</a:t>
          </a:r>
          <a:endParaRPr lang="en-US" sz="500" dirty="0"/>
        </a:p>
      </dgm:t>
    </dgm:pt>
    <dgm:pt modelId="{6A51B599-A4DB-4183-AB3F-BC6EFC6FAB47}" type="parTrans" cxnId="{59E61604-F8AF-488B-B42C-62F8B47151F1}">
      <dgm:prSet/>
      <dgm:spPr/>
      <dgm:t>
        <a:bodyPr/>
        <a:lstStyle/>
        <a:p>
          <a:endParaRPr lang="en-US"/>
        </a:p>
      </dgm:t>
    </dgm:pt>
    <dgm:pt modelId="{564C0B91-AB81-4452-841B-6CB83BD72C9A}" type="sibTrans" cxnId="{59E61604-F8AF-488B-B42C-62F8B47151F1}">
      <dgm:prSet/>
      <dgm:spPr/>
      <dgm:t>
        <a:bodyPr/>
        <a:lstStyle/>
        <a:p>
          <a:endParaRPr lang="en-US"/>
        </a:p>
      </dgm:t>
    </dgm:pt>
    <dgm:pt modelId="{8A1E7B06-70BA-4566-A119-9D532536FDD3}">
      <dgm:prSet custT="1"/>
      <dgm:spPr/>
      <dgm:t>
        <a:bodyPr/>
        <a:lstStyle/>
        <a:p>
          <a:pPr rtl="0"/>
          <a:r>
            <a:rPr lang="en-US" sz="1800" dirty="0" err="1" smtClean="0"/>
            <a:t>Tăng</a:t>
          </a:r>
          <a:r>
            <a:rPr lang="en-US" sz="1800" dirty="0" smtClean="0"/>
            <a:t> </a:t>
          </a:r>
          <a:r>
            <a:rPr lang="en-US" sz="1800" dirty="0" err="1" smtClean="0"/>
            <a:t>khả</a:t>
          </a:r>
          <a:r>
            <a:rPr lang="en-US" sz="1800" dirty="0" smtClean="0"/>
            <a:t> </a:t>
          </a:r>
          <a:r>
            <a:rPr lang="en-US" sz="1800" dirty="0" err="1" smtClean="0"/>
            <a:t>năng</a:t>
          </a:r>
          <a:r>
            <a:rPr lang="en-US" sz="1800" dirty="0" smtClean="0"/>
            <a:t> </a:t>
          </a:r>
          <a:r>
            <a:rPr lang="en-US" sz="1800" dirty="0" err="1" smtClean="0"/>
            <a:t>dự</a:t>
          </a:r>
          <a:r>
            <a:rPr lang="en-US" sz="1800" dirty="0" smtClean="0"/>
            <a:t> </a:t>
          </a:r>
          <a:r>
            <a:rPr lang="en-US" sz="1800" dirty="0" err="1" smtClean="0"/>
            <a:t>đoán</a:t>
          </a:r>
          <a:r>
            <a:rPr lang="en-US" sz="1800" dirty="0" smtClean="0"/>
            <a:t> </a:t>
          </a:r>
          <a:r>
            <a:rPr lang="en-US" sz="1800" dirty="0" err="1" smtClean="0"/>
            <a:t>nhánh</a:t>
          </a:r>
          <a:endParaRPr lang="en-US" sz="1800" dirty="0"/>
        </a:p>
      </dgm:t>
    </dgm:pt>
    <dgm:pt modelId="{777469DB-7A94-4533-A1CF-7C105524923D}" type="parTrans" cxnId="{BDBA792E-F7E5-4A43-93D1-4F11061ABE4F}">
      <dgm:prSet/>
      <dgm:spPr/>
      <dgm:t>
        <a:bodyPr/>
        <a:lstStyle/>
        <a:p>
          <a:endParaRPr lang="en-US"/>
        </a:p>
      </dgm:t>
    </dgm:pt>
    <dgm:pt modelId="{8AA26310-39D6-4644-B5AC-C4EC2010AA78}" type="sibTrans" cxnId="{BDBA792E-F7E5-4A43-93D1-4F11061ABE4F}">
      <dgm:prSet/>
      <dgm:spPr/>
      <dgm:t>
        <a:bodyPr/>
        <a:lstStyle/>
        <a:p>
          <a:endParaRPr lang="en-US"/>
        </a:p>
      </dgm:t>
    </dgm:pt>
    <dgm:pt modelId="{F9625FBE-61C6-4D45-9690-191FBB1F7B7F}">
      <dgm:prSet custT="1"/>
      <dgm:spPr/>
      <dgm:t>
        <a:bodyPr/>
        <a:lstStyle/>
        <a:p>
          <a:pPr rtl="0"/>
          <a:r>
            <a:rPr lang="en-US" sz="1800" dirty="0" err="1" smtClean="0"/>
            <a:t>Giảm</a:t>
          </a:r>
          <a:r>
            <a:rPr lang="en-US" sz="1800" dirty="0" smtClean="0"/>
            <a:t> chi </a:t>
          </a:r>
          <a:r>
            <a:rPr lang="en-US" sz="1800" dirty="0" err="1" smtClean="0"/>
            <a:t>phí</a:t>
          </a:r>
          <a:r>
            <a:rPr lang="en-US" sz="1800" dirty="0" smtClean="0"/>
            <a:t> </a:t>
          </a:r>
          <a:r>
            <a:rPr lang="en-US" sz="1800" dirty="0" err="1" smtClean="0"/>
            <a:t>sản</a:t>
          </a:r>
          <a:r>
            <a:rPr lang="en-US" sz="1800" dirty="0" smtClean="0"/>
            <a:t> </a:t>
          </a:r>
          <a:r>
            <a:rPr lang="en-US" sz="1800" dirty="0" err="1" smtClean="0"/>
            <a:t>xuất</a:t>
          </a:r>
          <a:endParaRPr lang="en-US" sz="1800" dirty="0"/>
        </a:p>
      </dgm:t>
    </dgm:pt>
    <dgm:pt modelId="{4A6C9974-B50D-4D0E-A935-3CB67149C1F1}" type="parTrans" cxnId="{E2698E52-DF97-4BA4-9A31-F032D7732785}">
      <dgm:prSet/>
      <dgm:spPr/>
      <dgm:t>
        <a:bodyPr/>
        <a:lstStyle/>
        <a:p>
          <a:endParaRPr lang="en-US"/>
        </a:p>
      </dgm:t>
    </dgm:pt>
    <dgm:pt modelId="{EAAE5F9B-BCFF-4BE2-8573-8E42BCDC37EB}" type="sibTrans" cxnId="{E2698E52-DF97-4BA4-9A31-F032D7732785}">
      <dgm:prSet/>
      <dgm:spPr/>
      <dgm:t>
        <a:bodyPr/>
        <a:lstStyle/>
        <a:p>
          <a:endParaRPr lang="en-US"/>
        </a:p>
      </dgm:t>
    </dgm:pt>
    <dgm:pt modelId="{FC79403B-DDA1-4CD5-9D38-B0E46578C4D8}">
      <dgm:prSet custT="1"/>
      <dgm:spPr/>
      <dgm:t>
        <a:bodyPr/>
        <a:lstStyle/>
        <a:p>
          <a:pPr rtl="0"/>
          <a:r>
            <a:rPr lang="en-US" sz="1800" dirty="0" err="1" smtClean="0"/>
            <a:t>Tăng</a:t>
          </a:r>
          <a:r>
            <a:rPr lang="en-US" sz="1800" dirty="0" smtClean="0"/>
            <a:t> </a:t>
          </a:r>
          <a:r>
            <a:rPr lang="en-US" sz="1800" dirty="0" err="1" smtClean="0"/>
            <a:t>hiệu</a:t>
          </a:r>
          <a:r>
            <a:rPr lang="en-US" sz="1800" dirty="0" smtClean="0"/>
            <a:t> </a:t>
          </a:r>
          <a:r>
            <a:rPr lang="en-US" sz="1800" dirty="0" err="1" smtClean="0"/>
            <a:t>suất</a:t>
          </a:r>
          <a:r>
            <a:rPr lang="en-US" sz="1800" dirty="0" smtClean="0"/>
            <a:t> </a:t>
          </a:r>
          <a:r>
            <a:rPr lang="en-US" sz="1800" dirty="0" err="1" smtClean="0"/>
            <a:t>của</a:t>
          </a:r>
          <a:r>
            <a:rPr lang="en-US" sz="1800" dirty="0" smtClean="0"/>
            <a:t> </a:t>
          </a:r>
          <a:r>
            <a:rPr lang="en-US" sz="1800" dirty="0" err="1" smtClean="0"/>
            <a:t>các</a:t>
          </a:r>
          <a:r>
            <a:rPr lang="en-US" sz="1800" dirty="0" smtClean="0"/>
            <a:t> </a:t>
          </a:r>
          <a:r>
            <a:rPr lang="en-US" sz="1800" dirty="0" err="1" smtClean="0"/>
            <a:t>ứng</a:t>
          </a:r>
          <a:r>
            <a:rPr lang="en-US" sz="1800" dirty="0" smtClean="0"/>
            <a:t> </a:t>
          </a:r>
          <a:r>
            <a:rPr lang="en-US" sz="1800" dirty="0" err="1" smtClean="0"/>
            <a:t>dụng</a:t>
          </a:r>
          <a:r>
            <a:rPr lang="en-US" sz="1800" dirty="0" smtClean="0"/>
            <a:t> </a:t>
          </a:r>
          <a:r>
            <a:rPr lang="en-US" sz="1800" dirty="0" err="1" smtClean="0"/>
            <a:t>đa</a:t>
          </a:r>
          <a:r>
            <a:rPr lang="en-US" sz="1800" dirty="0" smtClean="0"/>
            <a:t> </a:t>
          </a:r>
          <a:r>
            <a:rPr lang="en-US" sz="1800" dirty="0" err="1" smtClean="0"/>
            <a:t>luồng</a:t>
          </a:r>
          <a:endParaRPr lang="en-US" sz="1800" dirty="0"/>
        </a:p>
      </dgm:t>
    </dgm:pt>
    <dgm:pt modelId="{EB3D6DE0-5605-4B88-B748-6B6AB54B897C}" type="parTrans" cxnId="{54D607EC-896E-4EFC-89D5-19A662C43EF4}">
      <dgm:prSet/>
      <dgm:spPr/>
      <dgm:t>
        <a:bodyPr/>
        <a:lstStyle/>
        <a:p>
          <a:endParaRPr lang="en-US"/>
        </a:p>
      </dgm:t>
    </dgm:pt>
    <dgm:pt modelId="{09FC0CE7-9A9C-430E-AF6F-9F0BCE75C037}" type="sibTrans" cxnId="{54D607EC-896E-4EFC-89D5-19A662C43EF4}">
      <dgm:prSet/>
      <dgm:spPr/>
      <dgm:t>
        <a:bodyPr/>
        <a:lstStyle/>
        <a:p>
          <a:endParaRPr lang="en-US"/>
        </a:p>
      </dgm:t>
    </dgm:pt>
    <dgm:pt modelId="{B4353D49-2C78-4E5D-9EA7-D1D6CC93DD8D}">
      <dgm:prSet custT="1"/>
      <dgm:spPr/>
      <dgm:t>
        <a:bodyPr/>
        <a:lstStyle/>
        <a:p>
          <a:pPr rtl="0"/>
          <a:r>
            <a:rPr lang="en-US" sz="1800" dirty="0" err="1" smtClean="0"/>
            <a:t>Giảm</a:t>
          </a:r>
          <a:r>
            <a:rPr lang="en-US" sz="1800" dirty="0" smtClean="0"/>
            <a:t> </a:t>
          </a:r>
          <a:r>
            <a:rPr lang="en-US" sz="1800" dirty="0" err="1" smtClean="0"/>
            <a:t>độ</a:t>
          </a:r>
          <a:r>
            <a:rPr lang="en-US" sz="1800" dirty="0" smtClean="0"/>
            <a:t> </a:t>
          </a:r>
          <a:r>
            <a:rPr lang="en-US" sz="1800" dirty="0" err="1" smtClean="0"/>
            <a:t>trễ</a:t>
          </a:r>
          <a:r>
            <a:rPr lang="en-US" sz="1800" dirty="0" smtClean="0"/>
            <a:t> </a:t>
          </a:r>
          <a:r>
            <a:rPr lang="en-US" sz="1800" dirty="0" err="1" smtClean="0"/>
            <a:t>khi</a:t>
          </a:r>
          <a:r>
            <a:rPr lang="en-US" sz="1800" dirty="0" smtClean="0"/>
            <a:t> </a:t>
          </a:r>
          <a:r>
            <a:rPr lang="en-US" sz="1800" dirty="0" err="1" smtClean="0"/>
            <a:t>thực</a:t>
          </a:r>
          <a:r>
            <a:rPr lang="en-US" sz="1800" dirty="0" smtClean="0"/>
            <a:t> </a:t>
          </a:r>
          <a:r>
            <a:rPr lang="en-US" sz="1800" dirty="0" err="1" smtClean="0"/>
            <a:t>thi</a:t>
          </a:r>
          <a:r>
            <a:rPr lang="en-US" sz="1800" dirty="0" smtClean="0"/>
            <a:t> </a:t>
          </a:r>
          <a:r>
            <a:rPr lang="en-US" sz="1800" dirty="0" err="1" smtClean="0"/>
            <a:t>lệnh</a:t>
          </a:r>
          <a:r>
            <a:rPr lang="en-US" sz="1800" dirty="0" smtClean="0"/>
            <a:t> </a:t>
          </a:r>
          <a:r>
            <a:rPr lang="en-US" sz="1800" dirty="0" err="1" smtClean="0"/>
            <a:t>nhảy</a:t>
          </a:r>
          <a:endParaRPr lang="en-US" sz="1800" dirty="0"/>
        </a:p>
      </dgm:t>
    </dgm:pt>
    <dgm:pt modelId="{F0CA9626-C517-4BBE-8DC4-DE4343CE10EB}" type="parTrans" cxnId="{AB165933-7D1D-4A27-A0B3-4B5E9C5EE890}">
      <dgm:prSet/>
      <dgm:spPr/>
      <dgm:t>
        <a:bodyPr/>
        <a:lstStyle/>
        <a:p>
          <a:endParaRPr lang="en-US"/>
        </a:p>
      </dgm:t>
    </dgm:pt>
    <dgm:pt modelId="{A74BEB8C-788B-4631-B80A-8E8B39931C8C}" type="sibTrans" cxnId="{AB165933-7D1D-4A27-A0B3-4B5E9C5EE890}">
      <dgm:prSet/>
      <dgm:spPr/>
      <dgm:t>
        <a:bodyPr/>
        <a:lstStyle/>
        <a:p>
          <a:endParaRPr lang="en-US"/>
        </a:p>
      </dgm:t>
    </dgm:pt>
    <dgm:pt modelId="{69F26F2F-F81A-45CD-AAB4-B835A4BF1C23}">
      <dgm:prSet custT="1"/>
      <dgm:spPr/>
      <dgm:t>
        <a:bodyPr/>
        <a:lstStyle/>
        <a:p>
          <a:pPr rtl="0"/>
          <a:r>
            <a:rPr lang="en-US" sz="1800" dirty="0" err="1" smtClean="0"/>
            <a:t>Tăng</a:t>
          </a:r>
          <a:r>
            <a:rPr lang="en-US" sz="1800" dirty="0" smtClean="0"/>
            <a:t> </a:t>
          </a:r>
          <a:r>
            <a:rPr lang="en-US" sz="1800" dirty="0" err="1" smtClean="0"/>
            <a:t>hiệu</a:t>
          </a:r>
          <a:r>
            <a:rPr lang="en-US" sz="1800" dirty="0" smtClean="0"/>
            <a:t> </a:t>
          </a:r>
          <a:r>
            <a:rPr lang="en-US" sz="1800" dirty="0" err="1" smtClean="0"/>
            <a:t>suất</a:t>
          </a:r>
          <a:r>
            <a:rPr lang="en-US" sz="1800" dirty="0" smtClean="0"/>
            <a:t> </a:t>
          </a:r>
          <a:r>
            <a:rPr lang="en-US" sz="1800" dirty="0" err="1" smtClean="0"/>
            <a:t>của</a:t>
          </a:r>
          <a:r>
            <a:rPr lang="en-US" sz="1800" dirty="0" smtClean="0"/>
            <a:t> </a:t>
          </a:r>
          <a:r>
            <a:rPr lang="en-US" sz="1800" dirty="0" err="1" smtClean="0"/>
            <a:t>các</a:t>
          </a:r>
          <a:r>
            <a:rPr lang="en-US" sz="1800" dirty="0" smtClean="0"/>
            <a:t> </a:t>
          </a:r>
          <a:r>
            <a:rPr lang="en-US" sz="1800" dirty="0" err="1" smtClean="0"/>
            <a:t>ứng</a:t>
          </a:r>
          <a:r>
            <a:rPr lang="en-US" sz="1800" dirty="0" smtClean="0"/>
            <a:t> </a:t>
          </a:r>
          <a:r>
            <a:rPr lang="en-US" sz="1800" dirty="0" err="1" smtClean="0"/>
            <a:t>dụng</a:t>
          </a:r>
          <a:r>
            <a:rPr lang="en-US" sz="1800" dirty="0" smtClean="0"/>
            <a:t> </a:t>
          </a:r>
          <a:r>
            <a:rPr lang="en-US" sz="1800" dirty="0" err="1" smtClean="0"/>
            <a:t>có</a:t>
          </a:r>
          <a:r>
            <a:rPr lang="en-US" sz="1800" dirty="0" smtClean="0"/>
            <a:t> </a:t>
          </a:r>
          <a:r>
            <a:rPr lang="en-US" sz="1800" dirty="0" err="1" smtClean="0"/>
            <a:t>tính</a:t>
          </a:r>
          <a:r>
            <a:rPr lang="en-US" sz="1800" dirty="0" smtClean="0"/>
            <a:t> </a:t>
          </a:r>
          <a:r>
            <a:rPr lang="en-US" sz="1800" dirty="0" err="1" smtClean="0"/>
            <a:t>chất</a:t>
          </a:r>
          <a:r>
            <a:rPr lang="en-US" sz="1800" dirty="0" smtClean="0"/>
            <a:t> </a:t>
          </a:r>
          <a:r>
            <a:rPr lang="en-US" sz="1800" dirty="0" err="1" smtClean="0"/>
            <a:t>lặp</a:t>
          </a:r>
          <a:r>
            <a:rPr lang="en-US" sz="1800" dirty="0" smtClean="0"/>
            <a:t> </a:t>
          </a:r>
          <a:r>
            <a:rPr lang="en-US" sz="1800" dirty="0" err="1" smtClean="0"/>
            <a:t>lại</a:t>
          </a:r>
          <a:r>
            <a:rPr lang="en-US" sz="1800" dirty="0" smtClean="0"/>
            <a:t> </a:t>
          </a:r>
          <a:r>
            <a:rPr lang="en-US" sz="1800" dirty="0" err="1" smtClean="0"/>
            <a:t>cao</a:t>
          </a:r>
          <a:endParaRPr lang="en-US" sz="1800" dirty="0"/>
        </a:p>
      </dgm:t>
    </dgm:pt>
    <dgm:pt modelId="{9EA09248-69B3-4651-8367-36BD221FA036}" type="parTrans" cxnId="{377CFCE8-DC61-4B7B-A718-36C5E312B157}">
      <dgm:prSet/>
      <dgm:spPr/>
      <dgm:t>
        <a:bodyPr/>
        <a:lstStyle/>
        <a:p>
          <a:endParaRPr lang="en-US"/>
        </a:p>
      </dgm:t>
    </dgm:pt>
    <dgm:pt modelId="{376BFE94-ED64-4EBB-A312-C7B9DC4B2182}" type="sibTrans" cxnId="{377CFCE8-DC61-4B7B-A718-36C5E312B157}">
      <dgm:prSet/>
      <dgm:spPr/>
      <dgm:t>
        <a:bodyPr/>
        <a:lstStyle/>
        <a:p>
          <a:endParaRPr lang="en-US"/>
        </a:p>
      </dgm:t>
    </dgm:pt>
    <dgm:pt modelId="{1FD493A2-3758-48B2-8442-F3567411698A}">
      <dgm:prSet custT="1"/>
      <dgm:spPr/>
      <dgm:t>
        <a:bodyPr/>
        <a:lstStyle/>
        <a:p>
          <a:pPr rtl="0"/>
          <a:r>
            <a:rPr lang="en-US" sz="1800" dirty="0" err="1" smtClean="0"/>
            <a:t>Tăng</a:t>
          </a:r>
          <a:r>
            <a:rPr lang="en-US" sz="1800" dirty="0" smtClean="0"/>
            <a:t> </a:t>
          </a:r>
          <a:r>
            <a:rPr lang="en-US" sz="1800" dirty="0" err="1" smtClean="0"/>
            <a:t>khả</a:t>
          </a:r>
          <a:r>
            <a:rPr lang="en-US" sz="1800" dirty="0" smtClean="0"/>
            <a:t> </a:t>
          </a:r>
          <a:r>
            <a:rPr lang="en-US" sz="1800" dirty="0" err="1" smtClean="0"/>
            <a:t>năng</a:t>
          </a:r>
          <a:r>
            <a:rPr lang="en-US" sz="1800" dirty="0" smtClean="0"/>
            <a:t> </a:t>
          </a:r>
          <a:r>
            <a:rPr lang="en-US" sz="1800" dirty="0" err="1" smtClean="0"/>
            <a:t>tùy</a:t>
          </a:r>
          <a:r>
            <a:rPr lang="en-US" sz="1800" dirty="0" smtClean="0"/>
            <a:t> </a:t>
          </a:r>
          <a:r>
            <a:rPr lang="en-US" sz="1800" dirty="0" err="1" smtClean="0"/>
            <a:t>chỉnh</a:t>
          </a:r>
          <a:endParaRPr lang="en-US" sz="1800" dirty="0"/>
        </a:p>
      </dgm:t>
    </dgm:pt>
    <dgm:pt modelId="{2D9BADED-348D-4E44-BFCD-38FE1791FCA3}" type="parTrans" cxnId="{BCE1872D-FF4D-47DA-B4F2-7AE7988CB24D}">
      <dgm:prSet/>
      <dgm:spPr/>
      <dgm:t>
        <a:bodyPr/>
        <a:lstStyle/>
        <a:p>
          <a:endParaRPr lang="en-US"/>
        </a:p>
      </dgm:t>
    </dgm:pt>
    <dgm:pt modelId="{4B105697-EF3E-42E8-A591-63C8108DC37F}" type="sibTrans" cxnId="{BCE1872D-FF4D-47DA-B4F2-7AE7988CB24D}">
      <dgm:prSet/>
      <dgm:spPr/>
      <dgm:t>
        <a:bodyPr/>
        <a:lstStyle/>
        <a:p>
          <a:endParaRPr lang="en-US"/>
        </a:p>
      </dgm:t>
    </dgm:pt>
    <dgm:pt modelId="{DAB0ED85-E537-4C50-992D-302D6344771C}" type="pres">
      <dgm:prSet presAssocID="{26021846-131D-4F15-B7F1-60080A25CE78}" presName="linear" presStyleCnt="0">
        <dgm:presLayoutVars>
          <dgm:animLvl val="lvl"/>
          <dgm:resizeHandles val="exact"/>
        </dgm:presLayoutVars>
      </dgm:prSet>
      <dgm:spPr/>
    </dgm:pt>
    <dgm:pt modelId="{37D58A7E-E74B-4672-B8A5-24F3A94638F3}" type="pres">
      <dgm:prSet presAssocID="{67357B46-9DB5-48E8-97D2-94E598D2475D}" presName="parentText" presStyleLbl="node1" presStyleIdx="0" presStyleCnt="9" custLinFactNeighborX="16" custLinFactNeighborY="-18863">
        <dgm:presLayoutVars>
          <dgm:chMax val="0"/>
          <dgm:bulletEnabled val="1"/>
        </dgm:presLayoutVars>
      </dgm:prSet>
      <dgm:spPr/>
    </dgm:pt>
    <dgm:pt modelId="{A1CED3C5-D9F2-4BFD-888F-CD71AE2273F4}" type="pres">
      <dgm:prSet presAssocID="{6B6A7898-9035-42B4-8322-741DDB359B32}" presName="spacer" presStyleCnt="0"/>
      <dgm:spPr/>
    </dgm:pt>
    <dgm:pt modelId="{477E4531-E072-41CB-90D3-07E815EF8768}" type="pres">
      <dgm:prSet presAssocID="{2C29D555-8499-49D5-B710-3D58B81CDED2}" presName="parentText" presStyleLbl="node1" presStyleIdx="1" presStyleCnt="9" custLinFactY="-5930" custLinFactNeighborY="-100000">
        <dgm:presLayoutVars>
          <dgm:chMax val="0"/>
          <dgm:bulletEnabled val="1"/>
        </dgm:presLayoutVars>
      </dgm:prSet>
      <dgm:spPr/>
    </dgm:pt>
    <dgm:pt modelId="{8C30BE6B-632D-471E-8318-CDB3E1BB032A}" type="pres">
      <dgm:prSet presAssocID="{F96E1E3C-DA34-46E8-BE5D-B6BE95454C65}" presName="spacer" presStyleCnt="0"/>
      <dgm:spPr/>
    </dgm:pt>
    <dgm:pt modelId="{37E5C82E-136F-40FC-BE83-79FE96724965}" type="pres">
      <dgm:prSet presAssocID="{1354B991-A75B-491F-BCC1-37DA89BBFDA7}" presName="parentText" presStyleLbl="node1" presStyleIdx="2" presStyleCnt="9">
        <dgm:presLayoutVars>
          <dgm:chMax val="0"/>
          <dgm:bulletEnabled val="1"/>
        </dgm:presLayoutVars>
      </dgm:prSet>
      <dgm:spPr/>
    </dgm:pt>
    <dgm:pt modelId="{15626CBA-4E96-4C5E-9EAA-7BB177641D47}" type="pres">
      <dgm:prSet presAssocID="{564C0B91-AB81-4452-841B-6CB83BD72C9A}" presName="spacer" presStyleCnt="0"/>
      <dgm:spPr/>
    </dgm:pt>
    <dgm:pt modelId="{79DC5F35-504E-4207-BB45-5E35E966A641}" type="pres">
      <dgm:prSet presAssocID="{8A1E7B06-70BA-4566-A119-9D532536FDD3}" presName="parentText" presStyleLbl="node1" presStyleIdx="3" presStyleCnt="9">
        <dgm:presLayoutVars>
          <dgm:chMax val="0"/>
          <dgm:bulletEnabled val="1"/>
        </dgm:presLayoutVars>
      </dgm:prSet>
      <dgm:spPr/>
    </dgm:pt>
    <dgm:pt modelId="{EFDA2A1C-BD97-4BC1-ACC8-75F21E7B7AA9}" type="pres">
      <dgm:prSet presAssocID="{8AA26310-39D6-4644-B5AC-C4EC2010AA78}" presName="spacer" presStyleCnt="0"/>
      <dgm:spPr/>
    </dgm:pt>
    <dgm:pt modelId="{B14AC7D9-096E-4DDB-A2AB-EACD06E83CF4}" type="pres">
      <dgm:prSet presAssocID="{F9625FBE-61C6-4D45-9690-191FBB1F7B7F}" presName="parentText" presStyleLbl="node1" presStyleIdx="4" presStyleCnt="9">
        <dgm:presLayoutVars>
          <dgm:chMax val="0"/>
          <dgm:bulletEnabled val="1"/>
        </dgm:presLayoutVars>
      </dgm:prSet>
      <dgm:spPr/>
    </dgm:pt>
    <dgm:pt modelId="{49C28BA0-E54F-4FD3-984C-C0E067DE56C0}" type="pres">
      <dgm:prSet presAssocID="{EAAE5F9B-BCFF-4BE2-8573-8E42BCDC37EB}" presName="spacer" presStyleCnt="0"/>
      <dgm:spPr/>
    </dgm:pt>
    <dgm:pt modelId="{4CAC2506-3345-4A9C-A9B4-4E414EA644C7}" type="pres">
      <dgm:prSet presAssocID="{FC79403B-DDA1-4CD5-9D38-B0E46578C4D8}" presName="parentText" presStyleLbl="node1" presStyleIdx="5" presStyleCnt="9" custLinFactY="-4400" custLinFactNeighborY="-100000">
        <dgm:presLayoutVars>
          <dgm:chMax val="0"/>
          <dgm:bulletEnabled val="1"/>
        </dgm:presLayoutVars>
      </dgm:prSet>
      <dgm:spPr/>
    </dgm:pt>
    <dgm:pt modelId="{2C3D37CD-DC6E-48E9-B8D9-6FB54B412407}" type="pres">
      <dgm:prSet presAssocID="{09FC0CE7-9A9C-430E-AF6F-9F0BCE75C037}" presName="spacer" presStyleCnt="0"/>
      <dgm:spPr/>
    </dgm:pt>
    <dgm:pt modelId="{B02D1001-2025-45B3-B953-A98B3731202A}" type="pres">
      <dgm:prSet presAssocID="{B4353D49-2C78-4E5D-9EA7-D1D6CC93DD8D}" presName="parentText" presStyleLbl="node1" presStyleIdx="6" presStyleCnt="9">
        <dgm:presLayoutVars>
          <dgm:chMax val="0"/>
          <dgm:bulletEnabled val="1"/>
        </dgm:presLayoutVars>
      </dgm:prSet>
      <dgm:spPr/>
    </dgm:pt>
    <dgm:pt modelId="{89EBFD5A-5305-4D6B-8545-8058AA85F357}" type="pres">
      <dgm:prSet presAssocID="{A74BEB8C-788B-4631-B80A-8E8B39931C8C}" presName="spacer" presStyleCnt="0"/>
      <dgm:spPr/>
    </dgm:pt>
    <dgm:pt modelId="{E356645F-BC65-4944-AE39-25EAEC285749}" type="pres">
      <dgm:prSet presAssocID="{69F26F2F-F81A-45CD-AAB4-B835A4BF1C23}" presName="parentText" presStyleLbl="node1" presStyleIdx="7" presStyleCnt="9">
        <dgm:presLayoutVars>
          <dgm:chMax val="0"/>
          <dgm:bulletEnabled val="1"/>
        </dgm:presLayoutVars>
      </dgm:prSet>
      <dgm:spPr/>
    </dgm:pt>
    <dgm:pt modelId="{90018E94-1E03-4EE6-8992-3270636F6B35}" type="pres">
      <dgm:prSet presAssocID="{376BFE94-ED64-4EBB-A312-C7B9DC4B2182}" presName="spacer" presStyleCnt="0"/>
      <dgm:spPr/>
    </dgm:pt>
    <dgm:pt modelId="{DBBFA687-A3C3-4C7A-80DE-78A535754A57}" type="pres">
      <dgm:prSet presAssocID="{1FD493A2-3758-48B2-8442-F3567411698A}" presName="parentText" presStyleLbl="node1" presStyleIdx="8" presStyleCnt="9">
        <dgm:presLayoutVars>
          <dgm:chMax val="0"/>
          <dgm:bulletEnabled val="1"/>
        </dgm:presLayoutVars>
      </dgm:prSet>
      <dgm:spPr/>
    </dgm:pt>
  </dgm:ptLst>
  <dgm:cxnLst>
    <dgm:cxn modelId="{E2698E52-DF97-4BA4-9A31-F032D7732785}" srcId="{26021846-131D-4F15-B7F1-60080A25CE78}" destId="{F9625FBE-61C6-4D45-9690-191FBB1F7B7F}" srcOrd="4" destOrd="0" parTransId="{4A6C9974-B50D-4D0E-A935-3CB67149C1F1}" sibTransId="{EAAE5F9B-BCFF-4BE2-8573-8E42BCDC37EB}"/>
    <dgm:cxn modelId="{BEA36DE6-2135-4151-A28D-9CD7CD866424}" type="presOf" srcId="{F9625FBE-61C6-4D45-9690-191FBB1F7B7F}" destId="{B14AC7D9-096E-4DDB-A2AB-EACD06E83CF4}" srcOrd="0" destOrd="0" presId="urn:microsoft.com/office/officeart/2005/8/layout/vList2"/>
    <dgm:cxn modelId="{F08D15F2-E924-43EE-B639-27948BFEC2B1}" type="presOf" srcId="{FC79403B-DDA1-4CD5-9D38-B0E46578C4D8}" destId="{4CAC2506-3345-4A9C-A9B4-4E414EA644C7}" srcOrd="0" destOrd="0" presId="urn:microsoft.com/office/officeart/2005/8/layout/vList2"/>
    <dgm:cxn modelId="{F8183BF9-A3EF-4B90-BB81-69BBC4CA3100}" type="presOf" srcId="{1354B991-A75B-491F-BCC1-37DA89BBFDA7}" destId="{37E5C82E-136F-40FC-BE83-79FE96724965}" srcOrd="0" destOrd="0" presId="urn:microsoft.com/office/officeart/2005/8/layout/vList2"/>
    <dgm:cxn modelId="{AB165933-7D1D-4A27-A0B3-4B5E9C5EE890}" srcId="{26021846-131D-4F15-B7F1-60080A25CE78}" destId="{B4353D49-2C78-4E5D-9EA7-D1D6CC93DD8D}" srcOrd="6" destOrd="0" parTransId="{F0CA9626-C517-4BBE-8DC4-DE4343CE10EB}" sibTransId="{A74BEB8C-788B-4631-B80A-8E8B39931C8C}"/>
    <dgm:cxn modelId="{1922780F-4295-4C6E-A6FB-2A59C8E94E34}" type="presOf" srcId="{2C29D555-8499-49D5-B710-3D58B81CDED2}" destId="{477E4531-E072-41CB-90D3-07E815EF8768}" srcOrd="0" destOrd="0" presId="urn:microsoft.com/office/officeart/2005/8/layout/vList2"/>
    <dgm:cxn modelId="{96718F3E-1729-4906-83F3-1C7B5CF19304}" type="presOf" srcId="{1FD493A2-3758-48B2-8442-F3567411698A}" destId="{DBBFA687-A3C3-4C7A-80DE-78A535754A57}" srcOrd="0" destOrd="0" presId="urn:microsoft.com/office/officeart/2005/8/layout/vList2"/>
    <dgm:cxn modelId="{54D607EC-896E-4EFC-89D5-19A662C43EF4}" srcId="{26021846-131D-4F15-B7F1-60080A25CE78}" destId="{FC79403B-DDA1-4CD5-9D38-B0E46578C4D8}" srcOrd="5" destOrd="0" parTransId="{EB3D6DE0-5605-4B88-B748-6B6AB54B897C}" sibTransId="{09FC0CE7-9A9C-430E-AF6F-9F0BCE75C037}"/>
    <dgm:cxn modelId="{3402251C-14EA-4503-B303-3205390720AE}" type="presOf" srcId="{8A1E7B06-70BA-4566-A119-9D532536FDD3}" destId="{79DC5F35-504E-4207-BB45-5E35E966A641}" srcOrd="0" destOrd="0" presId="urn:microsoft.com/office/officeart/2005/8/layout/vList2"/>
    <dgm:cxn modelId="{BDBA792E-F7E5-4A43-93D1-4F11061ABE4F}" srcId="{26021846-131D-4F15-B7F1-60080A25CE78}" destId="{8A1E7B06-70BA-4566-A119-9D532536FDD3}" srcOrd="3" destOrd="0" parTransId="{777469DB-7A94-4533-A1CF-7C105524923D}" sibTransId="{8AA26310-39D6-4644-B5AC-C4EC2010AA78}"/>
    <dgm:cxn modelId="{84A299DF-1419-414D-99E1-A095DC32AAF8}" type="presOf" srcId="{B4353D49-2C78-4E5D-9EA7-D1D6CC93DD8D}" destId="{B02D1001-2025-45B3-B953-A98B3731202A}" srcOrd="0" destOrd="0" presId="urn:microsoft.com/office/officeart/2005/8/layout/vList2"/>
    <dgm:cxn modelId="{2AE5BAA4-F1CF-40AD-A36D-B1E8D26ACDF7}" type="presOf" srcId="{69F26F2F-F81A-45CD-AAB4-B835A4BF1C23}" destId="{E356645F-BC65-4944-AE39-25EAEC285749}" srcOrd="0" destOrd="0" presId="urn:microsoft.com/office/officeart/2005/8/layout/vList2"/>
    <dgm:cxn modelId="{CE1A0B2F-301B-4876-8289-793003C446C4}" srcId="{26021846-131D-4F15-B7F1-60080A25CE78}" destId="{2C29D555-8499-49D5-B710-3D58B81CDED2}" srcOrd="1" destOrd="0" parTransId="{E6E98BF9-3AEC-4841-97B6-84F5D3982D5C}" sibTransId="{F96E1E3C-DA34-46E8-BE5D-B6BE95454C65}"/>
    <dgm:cxn modelId="{BCE1872D-FF4D-47DA-B4F2-7AE7988CB24D}" srcId="{26021846-131D-4F15-B7F1-60080A25CE78}" destId="{1FD493A2-3758-48B2-8442-F3567411698A}" srcOrd="8" destOrd="0" parTransId="{2D9BADED-348D-4E44-BFCD-38FE1791FCA3}" sibTransId="{4B105697-EF3E-42E8-A591-63C8108DC37F}"/>
    <dgm:cxn modelId="{58CB8E53-B0CA-4765-BC00-8DC3B84D3485}" srcId="{26021846-131D-4F15-B7F1-60080A25CE78}" destId="{67357B46-9DB5-48E8-97D2-94E598D2475D}" srcOrd="0" destOrd="0" parTransId="{90134D29-29B9-41BE-83A7-E50C51553666}" sibTransId="{6B6A7898-9035-42B4-8322-741DDB359B32}"/>
    <dgm:cxn modelId="{C5717A1D-6EE9-42E6-8D96-29C2CCFFA5F1}" type="presOf" srcId="{26021846-131D-4F15-B7F1-60080A25CE78}" destId="{DAB0ED85-E537-4C50-992D-302D6344771C}" srcOrd="0" destOrd="0" presId="urn:microsoft.com/office/officeart/2005/8/layout/vList2"/>
    <dgm:cxn modelId="{59E61604-F8AF-488B-B42C-62F8B47151F1}" srcId="{26021846-131D-4F15-B7F1-60080A25CE78}" destId="{1354B991-A75B-491F-BCC1-37DA89BBFDA7}" srcOrd="2" destOrd="0" parTransId="{6A51B599-A4DB-4183-AB3F-BC6EFC6FAB47}" sibTransId="{564C0B91-AB81-4452-841B-6CB83BD72C9A}"/>
    <dgm:cxn modelId="{7129F167-98E6-41E4-B3C5-CD7C5DF1F38B}" type="presOf" srcId="{67357B46-9DB5-48E8-97D2-94E598D2475D}" destId="{37D58A7E-E74B-4672-B8A5-24F3A94638F3}" srcOrd="0" destOrd="0" presId="urn:microsoft.com/office/officeart/2005/8/layout/vList2"/>
    <dgm:cxn modelId="{377CFCE8-DC61-4B7B-A718-36C5E312B157}" srcId="{26021846-131D-4F15-B7F1-60080A25CE78}" destId="{69F26F2F-F81A-45CD-AAB4-B835A4BF1C23}" srcOrd="7" destOrd="0" parTransId="{9EA09248-69B3-4651-8367-36BD221FA036}" sibTransId="{376BFE94-ED64-4EBB-A312-C7B9DC4B2182}"/>
    <dgm:cxn modelId="{70600358-2B55-4399-89CB-F73C56EA2A63}" type="presParOf" srcId="{DAB0ED85-E537-4C50-992D-302D6344771C}" destId="{37D58A7E-E74B-4672-B8A5-24F3A94638F3}" srcOrd="0" destOrd="0" presId="urn:microsoft.com/office/officeart/2005/8/layout/vList2"/>
    <dgm:cxn modelId="{B7016FC6-73A6-4447-875B-E9400DE165B9}" type="presParOf" srcId="{DAB0ED85-E537-4C50-992D-302D6344771C}" destId="{A1CED3C5-D9F2-4BFD-888F-CD71AE2273F4}" srcOrd="1" destOrd="0" presId="urn:microsoft.com/office/officeart/2005/8/layout/vList2"/>
    <dgm:cxn modelId="{6531C6B2-C277-4FCF-9605-0E5C99C23B42}" type="presParOf" srcId="{DAB0ED85-E537-4C50-992D-302D6344771C}" destId="{477E4531-E072-41CB-90D3-07E815EF8768}" srcOrd="2" destOrd="0" presId="urn:microsoft.com/office/officeart/2005/8/layout/vList2"/>
    <dgm:cxn modelId="{8CF59D45-A4C2-477F-867E-942A8C7CA8D5}" type="presParOf" srcId="{DAB0ED85-E537-4C50-992D-302D6344771C}" destId="{8C30BE6B-632D-471E-8318-CDB3E1BB032A}" srcOrd="3" destOrd="0" presId="urn:microsoft.com/office/officeart/2005/8/layout/vList2"/>
    <dgm:cxn modelId="{6B0A69B0-02CB-4D3B-9384-53D6204A8BF1}" type="presParOf" srcId="{DAB0ED85-E537-4C50-992D-302D6344771C}" destId="{37E5C82E-136F-40FC-BE83-79FE96724965}" srcOrd="4" destOrd="0" presId="urn:microsoft.com/office/officeart/2005/8/layout/vList2"/>
    <dgm:cxn modelId="{30FE23B3-73B6-4EFD-81A7-A3900A043EEA}" type="presParOf" srcId="{DAB0ED85-E537-4C50-992D-302D6344771C}" destId="{15626CBA-4E96-4C5E-9EAA-7BB177641D47}" srcOrd="5" destOrd="0" presId="urn:microsoft.com/office/officeart/2005/8/layout/vList2"/>
    <dgm:cxn modelId="{FF7AA90C-DDFA-4D64-88D3-C0464F396595}" type="presParOf" srcId="{DAB0ED85-E537-4C50-992D-302D6344771C}" destId="{79DC5F35-504E-4207-BB45-5E35E966A641}" srcOrd="6" destOrd="0" presId="urn:microsoft.com/office/officeart/2005/8/layout/vList2"/>
    <dgm:cxn modelId="{EEFC7327-9322-4011-BB70-8092195A8209}" type="presParOf" srcId="{DAB0ED85-E537-4C50-992D-302D6344771C}" destId="{EFDA2A1C-BD97-4BC1-ACC8-75F21E7B7AA9}" srcOrd="7" destOrd="0" presId="urn:microsoft.com/office/officeart/2005/8/layout/vList2"/>
    <dgm:cxn modelId="{AA0732C8-D53B-404A-8C38-E527F7CE6430}" type="presParOf" srcId="{DAB0ED85-E537-4C50-992D-302D6344771C}" destId="{B14AC7D9-096E-4DDB-A2AB-EACD06E83CF4}" srcOrd="8" destOrd="0" presId="urn:microsoft.com/office/officeart/2005/8/layout/vList2"/>
    <dgm:cxn modelId="{75A44447-D655-4C1C-BFDE-803CFC55DD1F}" type="presParOf" srcId="{DAB0ED85-E537-4C50-992D-302D6344771C}" destId="{49C28BA0-E54F-4FD3-984C-C0E067DE56C0}" srcOrd="9" destOrd="0" presId="urn:microsoft.com/office/officeart/2005/8/layout/vList2"/>
    <dgm:cxn modelId="{35846325-6E91-40DD-91D9-4179D16A3D7C}" type="presParOf" srcId="{DAB0ED85-E537-4C50-992D-302D6344771C}" destId="{4CAC2506-3345-4A9C-A9B4-4E414EA644C7}" srcOrd="10" destOrd="0" presId="urn:microsoft.com/office/officeart/2005/8/layout/vList2"/>
    <dgm:cxn modelId="{B6961970-F341-433A-89EF-E7ED4EC7B575}" type="presParOf" srcId="{DAB0ED85-E537-4C50-992D-302D6344771C}" destId="{2C3D37CD-DC6E-48E9-B8D9-6FB54B412407}" srcOrd="11" destOrd="0" presId="urn:microsoft.com/office/officeart/2005/8/layout/vList2"/>
    <dgm:cxn modelId="{FB263BC2-7CD8-4046-86F8-8532F4E4297A}" type="presParOf" srcId="{DAB0ED85-E537-4C50-992D-302D6344771C}" destId="{B02D1001-2025-45B3-B953-A98B3731202A}" srcOrd="12" destOrd="0" presId="urn:microsoft.com/office/officeart/2005/8/layout/vList2"/>
    <dgm:cxn modelId="{061B0EB9-4774-4533-9D3E-759F7143DC9D}" type="presParOf" srcId="{DAB0ED85-E537-4C50-992D-302D6344771C}" destId="{89EBFD5A-5305-4D6B-8545-8058AA85F357}" srcOrd="13" destOrd="0" presId="urn:microsoft.com/office/officeart/2005/8/layout/vList2"/>
    <dgm:cxn modelId="{93A649C2-1142-452F-AABC-99AACCD961AA}" type="presParOf" srcId="{DAB0ED85-E537-4C50-992D-302D6344771C}" destId="{E356645F-BC65-4944-AE39-25EAEC285749}" srcOrd="14" destOrd="0" presId="urn:microsoft.com/office/officeart/2005/8/layout/vList2"/>
    <dgm:cxn modelId="{6A11F9A2-1A5A-437A-91CF-AC75BC6ABC01}" type="presParOf" srcId="{DAB0ED85-E537-4C50-992D-302D6344771C}" destId="{90018E94-1E03-4EE6-8992-3270636F6B35}" srcOrd="15" destOrd="0" presId="urn:microsoft.com/office/officeart/2005/8/layout/vList2"/>
    <dgm:cxn modelId="{DCD67298-CCF3-4D31-BFC7-A2E2D2B808BF}" type="presParOf" srcId="{DAB0ED85-E537-4C50-992D-302D6344771C}" destId="{DBBFA687-A3C3-4C7A-80DE-78A535754A57}" srcOrd="1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D58A7E-E74B-4672-B8A5-24F3A94638F3}">
      <dsp:nvSpPr>
        <dsp:cNvPr id="0" name=""/>
        <dsp:cNvSpPr/>
      </dsp:nvSpPr>
      <dsp:spPr>
        <a:xfrm>
          <a:off x="0" y="0"/>
          <a:ext cx="9905999" cy="38171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vi-VN" sz="1800" kern="1200" dirty="0" smtClean="0"/>
            <a:t>Giảm thiểu số lượng truy cập vào bộ nhớ chính</a:t>
          </a:r>
          <a:endParaRPr lang="en-US" sz="1800" kern="1200" dirty="0"/>
        </a:p>
      </dsp:txBody>
      <dsp:txXfrm>
        <a:off x="18634" y="18634"/>
        <a:ext cx="9868731" cy="344444"/>
      </dsp:txXfrm>
    </dsp:sp>
    <dsp:sp modelId="{477E4531-E072-41CB-90D3-07E815EF8768}">
      <dsp:nvSpPr>
        <dsp:cNvPr id="0" name=""/>
        <dsp:cNvSpPr/>
      </dsp:nvSpPr>
      <dsp:spPr>
        <a:xfrm>
          <a:off x="0" y="360027"/>
          <a:ext cx="9905999" cy="38171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err="1" smtClean="0"/>
            <a:t>Tăng</a:t>
          </a:r>
          <a:r>
            <a:rPr lang="en-US" sz="1800" kern="1200" dirty="0" smtClean="0"/>
            <a:t> </a:t>
          </a:r>
          <a:r>
            <a:rPr lang="en-US" sz="1800" kern="1200" dirty="0" err="1" smtClean="0"/>
            <a:t>hiệu</a:t>
          </a:r>
          <a:r>
            <a:rPr lang="en-US" sz="1800" kern="1200" dirty="0" smtClean="0"/>
            <a:t> </a:t>
          </a:r>
          <a:r>
            <a:rPr lang="en-US" sz="1800" kern="1200" dirty="0" err="1" smtClean="0"/>
            <a:t>suất</a:t>
          </a:r>
          <a:r>
            <a:rPr lang="en-US" sz="1800" kern="1200" dirty="0" smtClean="0"/>
            <a:t> </a:t>
          </a:r>
          <a:r>
            <a:rPr lang="en-US" sz="1800" kern="1200" dirty="0" err="1" smtClean="0"/>
            <a:t>của</a:t>
          </a:r>
          <a:r>
            <a:rPr lang="en-US" sz="1800" kern="1200" dirty="0" smtClean="0"/>
            <a:t> </a:t>
          </a:r>
          <a:r>
            <a:rPr lang="en-US" sz="1800" kern="1200" dirty="0" err="1" smtClean="0"/>
            <a:t>các</a:t>
          </a:r>
          <a:r>
            <a:rPr lang="en-US" sz="1800" kern="1200" dirty="0" smtClean="0"/>
            <a:t> vi </a:t>
          </a:r>
          <a:r>
            <a:rPr lang="en-US" sz="1800" kern="1200" dirty="0" err="1" smtClean="0"/>
            <a:t>xử</a:t>
          </a:r>
          <a:r>
            <a:rPr lang="en-US" sz="1800" kern="1200" dirty="0" smtClean="0"/>
            <a:t> </a:t>
          </a:r>
          <a:r>
            <a:rPr lang="en-US" sz="1800" kern="1200" dirty="0" err="1" smtClean="0"/>
            <a:t>lý</a:t>
          </a:r>
          <a:r>
            <a:rPr lang="en-US" sz="1800" kern="1200" dirty="0" smtClean="0"/>
            <a:t> Superscalar </a:t>
          </a:r>
          <a:r>
            <a:rPr lang="en-US" sz="1800" kern="1200" dirty="0" err="1" smtClean="0"/>
            <a:t>hoặc</a:t>
          </a:r>
          <a:r>
            <a:rPr lang="en-US" sz="1800" kern="1200" dirty="0" smtClean="0"/>
            <a:t> VLIW</a:t>
          </a:r>
          <a:endParaRPr lang="en-US" sz="1800" kern="1200" dirty="0"/>
        </a:p>
      </dsp:txBody>
      <dsp:txXfrm>
        <a:off x="18634" y="378661"/>
        <a:ext cx="9868731" cy="344444"/>
      </dsp:txXfrm>
    </dsp:sp>
    <dsp:sp modelId="{37E5C82E-136F-40FC-BE83-79FE96724965}">
      <dsp:nvSpPr>
        <dsp:cNvPr id="0" name=""/>
        <dsp:cNvSpPr/>
      </dsp:nvSpPr>
      <dsp:spPr>
        <a:xfrm>
          <a:off x="0" y="790475"/>
          <a:ext cx="9905999" cy="38171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err="1" smtClean="0"/>
            <a:t>Giảm</a:t>
          </a:r>
          <a:r>
            <a:rPr lang="en-US" sz="1800" kern="1200" dirty="0" smtClean="0"/>
            <a:t> </a:t>
          </a:r>
          <a:r>
            <a:rPr lang="en-US" sz="1800" kern="1200" dirty="0" err="1" smtClean="0"/>
            <a:t>độ</a:t>
          </a:r>
          <a:r>
            <a:rPr lang="en-US" sz="1800" kern="1200" dirty="0" smtClean="0"/>
            <a:t> </a:t>
          </a:r>
          <a:r>
            <a:rPr lang="en-US" sz="1800" kern="1200" dirty="0" err="1" smtClean="0"/>
            <a:t>trễ</a:t>
          </a:r>
          <a:r>
            <a:rPr lang="en-US" sz="1800" kern="1200" dirty="0" smtClean="0"/>
            <a:t> </a:t>
          </a:r>
          <a:r>
            <a:rPr lang="en-US" sz="500" kern="1200" dirty="0" smtClean="0"/>
            <a:t>:</a:t>
          </a:r>
          <a:endParaRPr lang="en-US" sz="500" kern="1200" dirty="0"/>
        </a:p>
      </dsp:txBody>
      <dsp:txXfrm>
        <a:off x="18634" y="809109"/>
        <a:ext cx="9868731" cy="344444"/>
      </dsp:txXfrm>
    </dsp:sp>
    <dsp:sp modelId="{79DC5F35-504E-4207-BB45-5E35E966A641}">
      <dsp:nvSpPr>
        <dsp:cNvPr id="0" name=""/>
        <dsp:cNvSpPr/>
      </dsp:nvSpPr>
      <dsp:spPr>
        <a:xfrm>
          <a:off x="0" y="1185238"/>
          <a:ext cx="9905999" cy="38171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err="1" smtClean="0"/>
            <a:t>Tăng</a:t>
          </a:r>
          <a:r>
            <a:rPr lang="en-US" sz="1800" kern="1200" dirty="0" smtClean="0"/>
            <a:t> </a:t>
          </a:r>
          <a:r>
            <a:rPr lang="en-US" sz="1800" kern="1200" dirty="0" err="1" smtClean="0"/>
            <a:t>khả</a:t>
          </a:r>
          <a:r>
            <a:rPr lang="en-US" sz="1800" kern="1200" dirty="0" smtClean="0"/>
            <a:t> </a:t>
          </a:r>
          <a:r>
            <a:rPr lang="en-US" sz="1800" kern="1200" dirty="0" err="1" smtClean="0"/>
            <a:t>năng</a:t>
          </a:r>
          <a:r>
            <a:rPr lang="en-US" sz="1800" kern="1200" dirty="0" smtClean="0"/>
            <a:t> </a:t>
          </a:r>
          <a:r>
            <a:rPr lang="en-US" sz="1800" kern="1200" dirty="0" err="1" smtClean="0"/>
            <a:t>dự</a:t>
          </a:r>
          <a:r>
            <a:rPr lang="en-US" sz="1800" kern="1200" dirty="0" smtClean="0"/>
            <a:t> </a:t>
          </a:r>
          <a:r>
            <a:rPr lang="en-US" sz="1800" kern="1200" dirty="0" err="1" smtClean="0"/>
            <a:t>đoán</a:t>
          </a:r>
          <a:r>
            <a:rPr lang="en-US" sz="1800" kern="1200" dirty="0" smtClean="0"/>
            <a:t> </a:t>
          </a:r>
          <a:r>
            <a:rPr lang="en-US" sz="1800" kern="1200" dirty="0" err="1" smtClean="0"/>
            <a:t>nhánh</a:t>
          </a:r>
          <a:endParaRPr lang="en-US" sz="1800" kern="1200" dirty="0"/>
        </a:p>
      </dsp:txBody>
      <dsp:txXfrm>
        <a:off x="18634" y="1203872"/>
        <a:ext cx="9868731" cy="344444"/>
      </dsp:txXfrm>
    </dsp:sp>
    <dsp:sp modelId="{B14AC7D9-096E-4DDB-A2AB-EACD06E83CF4}">
      <dsp:nvSpPr>
        <dsp:cNvPr id="0" name=""/>
        <dsp:cNvSpPr/>
      </dsp:nvSpPr>
      <dsp:spPr>
        <a:xfrm>
          <a:off x="0" y="1580000"/>
          <a:ext cx="9905999" cy="38171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err="1" smtClean="0"/>
            <a:t>Giảm</a:t>
          </a:r>
          <a:r>
            <a:rPr lang="en-US" sz="1800" kern="1200" dirty="0" smtClean="0"/>
            <a:t> chi </a:t>
          </a:r>
          <a:r>
            <a:rPr lang="en-US" sz="1800" kern="1200" dirty="0" err="1" smtClean="0"/>
            <a:t>phí</a:t>
          </a:r>
          <a:r>
            <a:rPr lang="en-US" sz="1800" kern="1200" dirty="0" smtClean="0"/>
            <a:t> </a:t>
          </a:r>
          <a:r>
            <a:rPr lang="en-US" sz="1800" kern="1200" dirty="0" err="1" smtClean="0"/>
            <a:t>sản</a:t>
          </a:r>
          <a:r>
            <a:rPr lang="en-US" sz="1800" kern="1200" dirty="0" smtClean="0"/>
            <a:t> </a:t>
          </a:r>
          <a:r>
            <a:rPr lang="en-US" sz="1800" kern="1200" dirty="0" err="1" smtClean="0"/>
            <a:t>xuất</a:t>
          </a:r>
          <a:endParaRPr lang="en-US" sz="1800" kern="1200" dirty="0"/>
        </a:p>
      </dsp:txBody>
      <dsp:txXfrm>
        <a:off x="18634" y="1598634"/>
        <a:ext cx="9868731" cy="344444"/>
      </dsp:txXfrm>
    </dsp:sp>
    <dsp:sp modelId="{4CAC2506-3345-4A9C-A9B4-4E414EA644C7}">
      <dsp:nvSpPr>
        <dsp:cNvPr id="0" name=""/>
        <dsp:cNvSpPr/>
      </dsp:nvSpPr>
      <dsp:spPr>
        <a:xfrm>
          <a:off x="0" y="1944917"/>
          <a:ext cx="9905999" cy="38171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err="1" smtClean="0"/>
            <a:t>Tăng</a:t>
          </a:r>
          <a:r>
            <a:rPr lang="en-US" sz="1800" kern="1200" dirty="0" smtClean="0"/>
            <a:t> </a:t>
          </a:r>
          <a:r>
            <a:rPr lang="en-US" sz="1800" kern="1200" dirty="0" err="1" smtClean="0"/>
            <a:t>hiệu</a:t>
          </a:r>
          <a:r>
            <a:rPr lang="en-US" sz="1800" kern="1200" dirty="0" smtClean="0"/>
            <a:t> </a:t>
          </a:r>
          <a:r>
            <a:rPr lang="en-US" sz="1800" kern="1200" dirty="0" err="1" smtClean="0"/>
            <a:t>suất</a:t>
          </a:r>
          <a:r>
            <a:rPr lang="en-US" sz="1800" kern="1200" dirty="0" smtClean="0"/>
            <a:t> </a:t>
          </a:r>
          <a:r>
            <a:rPr lang="en-US" sz="1800" kern="1200" dirty="0" err="1" smtClean="0"/>
            <a:t>của</a:t>
          </a:r>
          <a:r>
            <a:rPr lang="en-US" sz="1800" kern="1200" dirty="0" smtClean="0"/>
            <a:t> </a:t>
          </a:r>
          <a:r>
            <a:rPr lang="en-US" sz="1800" kern="1200" dirty="0" err="1" smtClean="0"/>
            <a:t>các</a:t>
          </a:r>
          <a:r>
            <a:rPr lang="en-US" sz="1800" kern="1200" dirty="0" smtClean="0"/>
            <a:t> </a:t>
          </a:r>
          <a:r>
            <a:rPr lang="en-US" sz="1800" kern="1200" dirty="0" err="1" smtClean="0"/>
            <a:t>ứng</a:t>
          </a:r>
          <a:r>
            <a:rPr lang="en-US" sz="1800" kern="1200" dirty="0" smtClean="0"/>
            <a:t> </a:t>
          </a:r>
          <a:r>
            <a:rPr lang="en-US" sz="1800" kern="1200" dirty="0" err="1" smtClean="0"/>
            <a:t>dụng</a:t>
          </a:r>
          <a:r>
            <a:rPr lang="en-US" sz="1800" kern="1200" dirty="0" smtClean="0"/>
            <a:t> </a:t>
          </a:r>
          <a:r>
            <a:rPr lang="en-US" sz="1800" kern="1200" dirty="0" err="1" smtClean="0"/>
            <a:t>đa</a:t>
          </a:r>
          <a:r>
            <a:rPr lang="en-US" sz="1800" kern="1200" dirty="0" smtClean="0"/>
            <a:t> </a:t>
          </a:r>
          <a:r>
            <a:rPr lang="en-US" sz="1800" kern="1200" dirty="0" err="1" smtClean="0"/>
            <a:t>luồng</a:t>
          </a:r>
          <a:endParaRPr lang="en-US" sz="1800" kern="1200" dirty="0"/>
        </a:p>
      </dsp:txBody>
      <dsp:txXfrm>
        <a:off x="18634" y="1963551"/>
        <a:ext cx="9868731" cy="344444"/>
      </dsp:txXfrm>
    </dsp:sp>
    <dsp:sp modelId="{B02D1001-2025-45B3-B953-A98B3731202A}">
      <dsp:nvSpPr>
        <dsp:cNvPr id="0" name=""/>
        <dsp:cNvSpPr/>
      </dsp:nvSpPr>
      <dsp:spPr>
        <a:xfrm>
          <a:off x="0" y="2369525"/>
          <a:ext cx="9905999" cy="38171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err="1" smtClean="0"/>
            <a:t>Giảm</a:t>
          </a:r>
          <a:r>
            <a:rPr lang="en-US" sz="1800" kern="1200" dirty="0" smtClean="0"/>
            <a:t> </a:t>
          </a:r>
          <a:r>
            <a:rPr lang="en-US" sz="1800" kern="1200" dirty="0" err="1" smtClean="0"/>
            <a:t>độ</a:t>
          </a:r>
          <a:r>
            <a:rPr lang="en-US" sz="1800" kern="1200" dirty="0" smtClean="0"/>
            <a:t> </a:t>
          </a:r>
          <a:r>
            <a:rPr lang="en-US" sz="1800" kern="1200" dirty="0" err="1" smtClean="0"/>
            <a:t>trễ</a:t>
          </a:r>
          <a:r>
            <a:rPr lang="en-US" sz="1800" kern="1200" dirty="0" smtClean="0"/>
            <a:t> </a:t>
          </a:r>
          <a:r>
            <a:rPr lang="en-US" sz="1800" kern="1200" dirty="0" err="1" smtClean="0"/>
            <a:t>khi</a:t>
          </a:r>
          <a:r>
            <a:rPr lang="en-US" sz="1800" kern="1200" dirty="0" smtClean="0"/>
            <a:t> </a:t>
          </a:r>
          <a:r>
            <a:rPr lang="en-US" sz="1800" kern="1200" dirty="0" err="1" smtClean="0"/>
            <a:t>thực</a:t>
          </a:r>
          <a:r>
            <a:rPr lang="en-US" sz="1800" kern="1200" dirty="0" smtClean="0"/>
            <a:t> </a:t>
          </a:r>
          <a:r>
            <a:rPr lang="en-US" sz="1800" kern="1200" dirty="0" err="1" smtClean="0"/>
            <a:t>thi</a:t>
          </a:r>
          <a:r>
            <a:rPr lang="en-US" sz="1800" kern="1200" dirty="0" smtClean="0"/>
            <a:t> </a:t>
          </a:r>
          <a:r>
            <a:rPr lang="en-US" sz="1800" kern="1200" dirty="0" err="1" smtClean="0"/>
            <a:t>lệnh</a:t>
          </a:r>
          <a:r>
            <a:rPr lang="en-US" sz="1800" kern="1200" dirty="0" smtClean="0"/>
            <a:t> </a:t>
          </a:r>
          <a:r>
            <a:rPr lang="en-US" sz="1800" kern="1200" dirty="0" err="1" smtClean="0"/>
            <a:t>nhảy</a:t>
          </a:r>
          <a:endParaRPr lang="en-US" sz="1800" kern="1200" dirty="0"/>
        </a:p>
      </dsp:txBody>
      <dsp:txXfrm>
        <a:off x="18634" y="2388159"/>
        <a:ext cx="9868731" cy="344444"/>
      </dsp:txXfrm>
    </dsp:sp>
    <dsp:sp modelId="{E356645F-BC65-4944-AE39-25EAEC285749}">
      <dsp:nvSpPr>
        <dsp:cNvPr id="0" name=""/>
        <dsp:cNvSpPr/>
      </dsp:nvSpPr>
      <dsp:spPr>
        <a:xfrm>
          <a:off x="0" y="2764288"/>
          <a:ext cx="9905999" cy="38171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err="1" smtClean="0"/>
            <a:t>Tăng</a:t>
          </a:r>
          <a:r>
            <a:rPr lang="en-US" sz="1800" kern="1200" dirty="0" smtClean="0"/>
            <a:t> </a:t>
          </a:r>
          <a:r>
            <a:rPr lang="en-US" sz="1800" kern="1200" dirty="0" err="1" smtClean="0"/>
            <a:t>hiệu</a:t>
          </a:r>
          <a:r>
            <a:rPr lang="en-US" sz="1800" kern="1200" dirty="0" smtClean="0"/>
            <a:t> </a:t>
          </a:r>
          <a:r>
            <a:rPr lang="en-US" sz="1800" kern="1200" dirty="0" err="1" smtClean="0"/>
            <a:t>suất</a:t>
          </a:r>
          <a:r>
            <a:rPr lang="en-US" sz="1800" kern="1200" dirty="0" smtClean="0"/>
            <a:t> </a:t>
          </a:r>
          <a:r>
            <a:rPr lang="en-US" sz="1800" kern="1200" dirty="0" err="1" smtClean="0"/>
            <a:t>của</a:t>
          </a:r>
          <a:r>
            <a:rPr lang="en-US" sz="1800" kern="1200" dirty="0" smtClean="0"/>
            <a:t> </a:t>
          </a:r>
          <a:r>
            <a:rPr lang="en-US" sz="1800" kern="1200" dirty="0" err="1" smtClean="0"/>
            <a:t>các</a:t>
          </a:r>
          <a:r>
            <a:rPr lang="en-US" sz="1800" kern="1200" dirty="0" smtClean="0"/>
            <a:t> </a:t>
          </a:r>
          <a:r>
            <a:rPr lang="en-US" sz="1800" kern="1200" dirty="0" err="1" smtClean="0"/>
            <a:t>ứng</a:t>
          </a:r>
          <a:r>
            <a:rPr lang="en-US" sz="1800" kern="1200" dirty="0" smtClean="0"/>
            <a:t> </a:t>
          </a:r>
          <a:r>
            <a:rPr lang="en-US" sz="1800" kern="1200" dirty="0" err="1" smtClean="0"/>
            <a:t>dụng</a:t>
          </a:r>
          <a:r>
            <a:rPr lang="en-US" sz="1800" kern="1200" dirty="0" smtClean="0"/>
            <a:t> </a:t>
          </a:r>
          <a:r>
            <a:rPr lang="en-US" sz="1800" kern="1200" dirty="0" err="1" smtClean="0"/>
            <a:t>có</a:t>
          </a:r>
          <a:r>
            <a:rPr lang="en-US" sz="1800" kern="1200" dirty="0" smtClean="0"/>
            <a:t> </a:t>
          </a:r>
          <a:r>
            <a:rPr lang="en-US" sz="1800" kern="1200" dirty="0" err="1" smtClean="0"/>
            <a:t>tính</a:t>
          </a:r>
          <a:r>
            <a:rPr lang="en-US" sz="1800" kern="1200" dirty="0" smtClean="0"/>
            <a:t> </a:t>
          </a:r>
          <a:r>
            <a:rPr lang="en-US" sz="1800" kern="1200" dirty="0" err="1" smtClean="0"/>
            <a:t>chất</a:t>
          </a:r>
          <a:r>
            <a:rPr lang="en-US" sz="1800" kern="1200" dirty="0" smtClean="0"/>
            <a:t> </a:t>
          </a:r>
          <a:r>
            <a:rPr lang="en-US" sz="1800" kern="1200" dirty="0" err="1" smtClean="0"/>
            <a:t>lặp</a:t>
          </a:r>
          <a:r>
            <a:rPr lang="en-US" sz="1800" kern="1200" dirty="0" smtClean="0"/>
            <a:t> </a:t>
          </a:r>
          <a:r>
            <a:rPr lang="en-US" sz="1800" kern="1200" dirty="0" err="1" smtClean="0"/>
            <a:t>lại</a:t>
          </a:r>
          <a:r>
            <a:rPr lang="en-US" sz="1800" kern="1200" dirty="0" smtClean="0"/>
            <a:t> </a:t>
          </a:r>
          <a:r>
            <a:rPr lang="en-US" sz="1800" kern="1200" dirty="0" err="1" smtClean="0"/>
            <a:t>cao</a:t>
          </a:r>
          <a:endParaRPr lang="en-US" sz="1800" kern="1200" dirty="0"/>
        </a:p>
      </dsp:txBody>
      <dsp:txXfrm>
        <a:off x="18634" y="2782922"/>
        <a:ext cx="9868731" cy="344444"/>
      </dsp:txXfrm>
    </dsp:sp>
    <dsp:sp modelId="{DBBFA687-A3C3-4C7A-80DE-78A535754A57}">
      <dsp:nvSpPr>
        <dsp:cNvPr id="0" name=""/>
        <dsp:cNvSpPr/>
      </dsp:nvSpPr>
      <dsp:spPr>
        <a:xfrm>
          <a:off x="0" y="3159050"/>
          <a:ext cx="9905999" cy="38171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err="1" smtClean="0"/>
            <a:t>Tăng</a:t>
          </a:r>
          <a:r>
            <a:rPr lang="en-US" sz="1800" kern="1200" dirty="0" smtClean="0"/>
            <a:t> </a:t>
          </a:r>
          <a:r>
            <a:rPr lang="en-US" sz="1800" kern="1200" dirty="0" err="1" smtClean="0"/>
            <a:t>khả</a:t>
          </a:r>
          <a:r>
            <a:rPr lang="en-US" sz="1800" kern="1200" dirty="0" smtClean="0"/>
            <a:t> </a:t>
          </a:r>
          <a:r>
            <a:rPr lang="en-US" sz="1800" kern="1200" dirty="0" err="1" smtClean="0"/>
            <a:t>năng</a:t>
          </a:r>
          <a:r>
            <a:rPr lang="en-US" sz="1800" kern="1200" dirty="0" smtClean="0"/>
            <a:t> </a:t>
          </a:r>
          <a:r>
            <a:rPr lang="en-US" sz="1800" kern="1200" dirty="0" err="1" smtClean="0"/>
            <a:t>tùy</a:t>
          </a:r>
          <a:r>
            <a:rPr lang="en-US" sz="1800" kern="1200" dirty="0" smtClean="0"/>
            <a:t> </a:t>
          </a:r>
          <a:r>
            <a:rPr lang="en-US" sz="1800" kern="1200" dirty="0" err="1" smtClean="0"/>
            <a:t>chỉnh</a:t>
          </a:r>
          <a:endParaRPr lang="en-US" sz="1800" kern="1200" dirty="0"/>
        </a:p>
      </dsp:txBody>
      <dsp:txXfrm>
        <a:off x="18634" y="3177684"/>
        <a:ext cx="9868731" cy="34444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5/8/2023</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5/8/2023</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68309" y="2337843"/>
            <a:ext cx="8791575" cy="2387600"/>
          </a:xfrm>
        </p:spPr>
        <p:txBody>
          <a:bodyPr/>
          <a:lstStyle/>
          <a:p>
            <a:r>
              <a:rPr lang="en-US" b="1" dirty="0" err="1"/>
              <a:t>Mặt</a:t>
            </a:r>
            <a:r>
              <a:rPr lang="en-US" b="1" dirty="0"/>
              <a:t> </a:t>
            </a:r>
            <a:r>
              <a:rPr lang="en-US" b="1" dirty="0" err="1"/>
              <a:t>lợi</a:t>
            </a:r>
            <a:r>
              <a:rPr lang="en-US" b="1" dirty="0"/>
              <a:t> </a:t>
            </a:r>
            <a:r>
              <a:rPr lang="en-US" b="1" dirty="0" err="1"/>
              <a:t>và</a:t>
            </a:r>
            <a:r>
              <a:rPr lang="en-US" b="1" dirty="0"/>
              <a:t> </a:t>
            </a:r>
            <a:r>
              <a:rPr lang="en-US" b="1" dirty="0" err="1"/>
              <a:t>mặt</a:t>
            </a:r>
            <a:r>
              <a:rPr lang="en-US" b="1" dirty="0"/>
              <a:t> </a:t>
            </a:r>
            <a:r>
              <a:rPr lang="en-US" b="1" dirty="0" err="1"/>
              <a:t>hại</a:t>
            </a:r>
            <a:r>
              <a:rPr lang="en-US" b="1" dirty="0"/>
              <a:t> </a:t>
            </a:r>
            <a:r>
              <a:rPr lang="en-US" b="1" dirty="0" err="1"/>
              <a:t>của</a:t>
            </a:r>
            <a:r>
              <a:rPr lang="en-US" b="1" dirty="0"/>
              <a:t> Trace Cache</a:t>
            </a:r>
            <a:r>
              <a:rPr lang="en-US" dirty="0"/>
              <a:t/>
            </a:r>
            <a:br>
              <a:rPr lang="en-US" dirty="0"/>
            </a:br>
            <a:endParaRPr lang="en-US" dirty="0"/>
          </a:p>
        </p:txBody>
      </p:sp>
      <p:sp>
        <p:nvSpPr>
          <p:cNvPr id="3" name="Subtitle 2"/>
          <p:cNvSpPr>
            <a:spLocks noGrp="1"/>
          </p:cNvSpPr>
          <p:nvPr>
            <p:ph type="subTitle" idx="1"/>
          </p:nvPr>
        </p:nvSpPr>
        <p:spPr>
          <a:xfrm>
            <a:off x="2337978" y="4725443"/>
            <a:ext cx="8791575" cy="1655762"/>
          </a:xfrm>
        </p:spPr>
        <p:txBody>
          <a:bodyPr/>
          <a:lstStyle/>
          <a:p>
            <a:endParaRPr lang="en-US" dirty="0"/>
          </a:p>
        </p:txBody>
      </p:sp>
    </p:spTree>
    <p:extLst>
      <p:ext uri="{BB962C8B-B14F-4D97-AF65-F5344CB8AC3E}">
        <p14:creationId xmlns:p14="http://schemas.microsoft.com/office/powerpoint/2010/main" val="16962914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err="1" smtClean="0">
                <a:latin typeface="Times New Roman" panose="02020603050405020304" pitchFamily="18" charset="0"/>
                <a:cs typeface="Times New Roman" panose="02020603050405020304" pitchFamily="18" charset="0"/>
              </a:rPr>
              <a:t>Mặt</a:t>
            </a:r>
            <a:r>
              <a:rPr lang="en-US" sz="2400" b="1" dirty="0" smtClean="0">
                <a:latin typeface="Times New Roman" panose="02020603050405020304" pitchFamily="18" charset="0"/>
                <a:cs typeface="Times New Roman" panose="02020603050405020304" pitchFamily="18" charset="0"/>
              </a:rPr>
              <a:t> </a:t>
            </a:r>
            <a:r>
              <a:rPr lang="en-US" sz="2400" b="1" dirty="0" err="1" smtClean="0">
                <a:latin typeface="Times New Roman" panose="02020603050405020304" pitchFamily="18" charset="0"/>
                <a:cs typeface="Times New Roman" panose="02020603050405020304" pitchFamily="18" charset="0"/>
              </a:rPr>
              <a:t>Lợi</a:t>
            </a:r>
            <a:r>
              <a:rPr lang="en-US" sz="2400" b="1" dirty="0" smtClean="0">
                <a:latin typeface="Times New Roman" panose="02020603050405020304" pitchFamily="18" charset="0"/>
                <a:cs typeface="Times New Roman" panose="02020603050405020304" pitchFamily="18" charset="0"/>
              </a:rPr>
              <a:t> </a:t>
            </a:r>
            <a:r>
              <a:rPr lang="en-US" sz="2400" b="1" dirty="0" err="1" smtClean="0">
                <a:latin typeface="Times New Roman" panose="02020603050405020304" pitchFamily="18" charset="0"/>
                <a:cs typeface="Times New Roman" panose="02020603050405020304" pitchFamily="18" charset="0"/>
              </a:rPr>
              <a:t>của</a:t>
            </a:r>
            <a:r>
              <a:rPr lang="en-US" sz="2400" b="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Trace </a:t>
            </a:r>
            <a:r>
              <a:rPr lang="en-US" sz="2400" b="1" dirty="0" smtClean="0">
                <a:latin typeface="Times New Roman" panose="02020603050405020304" pitchFamily="18" charset="0"/>
                <a:cs typeface="Times New Roman" panose="02020603050405020304" pitchFamily="18" charset="0"/>
              </a:rPr>
              <a:t>Cache :</a:t>
            </a:r>
            <a:r>
              <a:rPr lang="en-US" sz="2400" dirty="0"/>
              <a:t/>
            </a:r>
            <a:br>
              <a:rPr lang="en-US" sz="2400" dirty="0"/>
            </a:br>
            <a:endParaRPr lang="en-US" sz="2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76034120"/>
              </p:ext>
            </p:extLst>
          </p:nvPr>
        </p:nvGraphicFramePr>
        <p:xfrm>
          <a:off x="1141412" y="1735681"/>
          <a:ext cx="9905999" cy="35417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73072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err="1">
                <a:latin typeface="Times New Roman" panose="02020603050405020304" pitchFamily="18" charset="0"/>
                <a:cs typeface="Times New Roman" panose="02020603050405020304" pitchFamily="18" charset="0"/>
              </a:rPr>
              <a:t>Mặt</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hại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của</a:t>
            </a:r>
            <a:r>
              <a:rPr lang="en-US" sz="2400" b="1" dirty="0">
                <a:latin typeface="Times New Roman" panose="02020603050405020304" pitchFamily="18" charset="0"/>
                <a:cs typeface="Times New Roman" panose="02020603050405020304" pitchFamily="18" charset="0"/>
              </a:rPr>
              <a:t> Trace </a:t>
            </a:r>
            <a:r>
              <a:rPr lang="en-US" sz="2400" b="1" dirty="0" smtClean="0">
                <a:latin typeface="Times New Roman" panose="02020603050405020304" pitchFamily="18" charset="0"/>
                <a:cs typeface="Times New Roman" panose="02020603050405020304" pitchFamily="18" charset="0"/>
              </a:rPr>
              <a:t>Cache :</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90499" y="1868557"/>
            <a:ext cx="9905999" cy="4790659"/>
          </a:xfrm>
        </p:spPr>
        <p:txBody>
          <a:bodyPr>
            <a:normAutofit fontScale="47500" lnSpcReduction="20000"/>
          </a:bodyPr>
          <a:lstStyle/>
          <a:p>
            <a:r>
              <a:rPr lang="vi-VN" sz="5100" dirty="0"/>
              <a:t>Trace cache là một loại bộ nhớ cache được sử dụng trong các vi xử lý để cải thiện hiệu suất của chúng. Tuy nhiên, như mọi công nghệ khác, trace cache cũng có những mặt hại của nó. Dưới đây là tổng hợp chi tiết các mặt hại của trace cache:</a:t>
            </a:r>
            <a:endParaRPr lang="vi-VN" sz="5100" dirty="0"/>
          </a:p>
          <a:p>
            <a:pPr marL="0" indent="0">
              <a:buNone/>
            </a:pPr>
            <a:r>
              <a:rPr lang="en-US" sz="5100" dirty="0" smtClean="0"/>
              <a:t>1. </a:t>
            </a:r>
            <a:r>
              <a:rPr lang="en-US" sz="5100" dirty="0" err="1" smtClean="0"/>
              <a:t>Sử</a:t>
            </a:r>
            <a:r>
              <a:rPr lang="en-US" sz="5100" dirty="0" smtClean="0"/>
              <a:t> </a:t>
            </a:r>
            <a:r>
              <a:rPr lang="en-US" sz="5100" dirty="0" err="1"/>
              <a:t>dụng</a:t>
            </a:r>
            <a:r>
              <a:rPr lang="en-US" sz="5100" dirty="0"/>
              <a:t> </a:t>
            </a:r>
            <a:r>
              <a:rPr lang="en-US" sz="5100" dirty="0" err="1"/>
              <a:t>nhiều</a:t>
            </a:r>
            <a:r>
              <a:rPr lang="en-US" sz="5100" dirty="0"/>
              <a:t> </a:t>
            </a:r>
            <a:r>
              <a:rPr lang="en-US" sz="5100" dirty="0" err="1"/>
              <a:t>bộ</a:t>
            </a:r>
            <a:r>
              <a:rPr lang="en-US" sz="5100" dirty="0"/>
              <a:t> </a:t>
            </a:r>
            <a:r>
              <a:rPr lang="en-US" sz="5100" dirty="0" err="1"/>
              <a:t>nhớ</a:t>
            </a:r>
            <a:r>
              <a:rPr lang="en-US" sz="5100" dirty="0"/>
              <a:t> </a:t>
            </a:r>
            <a:r>
              <a:rPr lang="en-US" sz="5100" dirty="0" smtClean="0"/>
              <a:t>cache.</a:t>
            </a:r>
          </a:p>
          <a:p>
            <a:pPr marL="0" indent="0">
              <a:buNone/>
            </a:pPr>
            <a:r>
              <a:rPr lang="en-US" sz="5100" dirty="0" smtClean="0"/>
              <a:t>2.</a:t>
            </a:r>
            <a:r>
              <a:rPr lang="vi-VN" sz="5100" dirty="0"/>
              <a:t> Không hiệu quả đối với các chương trình không có cấu trúc lặp lại</a:t>
            </a:r>
            <a:endParaRPr lang="vi-VN" sz="5100" dirty="0"/>
          </a:p>
          <a:p>
            <a:pPr marL="0" indent="0">
              <a:buNone/>
            </a:pPr>
            <a:r>
              <a:rPr lang="en-US" sz="5100" dirty="0" smtClean="0"/>
              <a:t>3.</a:t>
            </a:r>
            <a:r>
              <a:rPr lang="en-US" sz="5100" dirty="0"/>
              <a:t> </a:t>
            </a:r>
            <a:r>
              <a:rPr lang="en-US" sz="5100" dirty="0" err="1"/>
              <a:t>Thời</a:t>
            </a:r>
            <a:r>
              <a:rPr lang="en-US" sz="5100" dirty="0"/>
              <a:t> </a:t>
            </a:r>
            <a:r>
              <a:rPr lang="en-US" sz="5100" dirty="0" err="1"/>
              <a:t>gian</a:t>
            </a:r>
            <a:r>
              <a:rPr lang="en-US" sz="5100" dirty="0"/>
              <a:t> </a:t>
            </a:r>
            <a:r>
              <a:rPr lang="en-US" sz="5100" dirty="0" err="1"/>
              <a:t>truy</a:t>
            </a:r>
            <a:r>
              <a:rPr lang="en-US" sz="5100" dirty="0"/>
              <a:t> </a:t>
            </a:r>
            <a:r>
              <a:rPr lang="en-US" sz="5100" dirty="0" err="1"/>
              <a:t>xuất</a:t>
            </a:r>
            <a:r>
              <a:rPr lang="en-US" sz="5100" dirty="0"/>
              <a:t> </a:t>
            </a:r>
            <a:r>
              <a:rPr lang="en-US" sz="5100" dirty="0" err="1"/>
              <a:t>chậm</a:t>
            </a:r>
            <a:endParaRPr lang="en-US" sz="5100" dirty="0"/>
          </a:p>
          <a:p>
            <a:pPr marL="0" indent="0">
              <a:buNone/>
            </a:pPr>
            <a:r>
              <a:rPr lang="en-US" sz="5100" dirty="0" smtClean="0"/>
              <a:t>4.</a:t>
            </a:r>
            <a:r>
              <a:rPr lang="vi-VN" sz="5100" dirty="0"/>
              <a:t> Khó điều chỉnh và tối ưu</a:t>
            </a:r>
            <a:endParaRPr lang="en-US" sz="5100" dirty="0"/>
          </a:p>
          <a:p>
            <a:pPr marL="0" indent="0">
              <a:buNone/>
            </a:pPr>
            <a:r>
              <a:rPr lang="en-US" sz="5100" dirty="0" smtClean="0"/>
              <a:t>5. </a:t>
            </a:r>
            <a:r>
              <a:rPr lang="en-US" sz="5100" dirty="0" err="1"/>
              <a:t>Tăng</a:t>
            </a:r>
            <a:r>
              <a:rPr lang="en-US" sz="5100" dirty="0"/>
              <a:t> </a:t>
            </a:r>
            <a:r>
              <a:rPr lang="en-US" sz="5100" dirty="0" err="1"/>
              <a:t>độ</a:t>
            </a:r>
            <a:r>
              <a:rPr lang="en-US" sz="5100" dirty="0"/>
              <a:t> </a:t>
            </a:r>
            <a:r>
              <a:rPr lang="en-US" sz="5100" dirty="0" err="1"/>
              <a:t>phức</a:t>
            </a:r>
            <a:r>
              <a:rPr lang="en-US" sz="5100" dirty="0"/>
              <a:t> </a:t>
            </a:r>
            <a:r>
              <a:rPr lang="en-US" sz="5100" dirty="0" err="1"/>
              <a:t>tạp</a:t>
            </a:r>
            <a:r>
              <a:rPr lang="en-US" sz="5100" dirty="0"/>
              <a:t> </a:t>
            </a:r>
            <a:r>
              <a:rPr lang="en-US" sz="5100" dirty="0" err="1"/>
              <a:t>của</a:t>
            </a:r>
            <a:r>
              <a:rPr lang="en-US" sz="5100" dirty="0"/>
              <a:t> </a:t>
            </a:r>
            <a:r>
              <a:rPr lang="en-US" sz="5100" dirty="0" err="1"/>
              <a:t>hệ</a:t>
            </a:r>
            <a:r>
              <a:rPr lang="en-US" sz="5100" dirty="0"/>
              <a:t> </a:t>
            </a:r>
            <a:r>
              <a:rPr lang="en-US" sz="5100" dirty="0" err="1" smtClean="0"/>
              <a:t>thống</a:t>
            </a:r>
            <a:r>
              <a:rPr lang="en-US" sz="5100" dirty="0"/>
              <a:t/>
            </a:r>
            <a:br>
              <a:rPr lang="en-US" sz="5100" dirty="0"/>
            </a:br>
            <a:r>
              <a:rPr lang="en-US" sz="5100" dirty="0" smtClean="0"/>
              <a:t>6. </a:t>
            </a:r>
            <a:r>
              <a:rPr lang="vi-VN" sz="5100" dirty="0"/>
              <a:t>Khó khăn trong việc tối ưu hoá</a:t>
            </a:r>
            <a:r>
              <a:rPr lang="vi-VN" dirty="0"/>
              <a:t/>
            </a:r>
            <a:br>
              <a:rPr lang="vi-VN" dirty="0"/>
            </a:br>
            <a:endParaRPr lang="en-US" dirty="0"/>
          </a:p>
        </p:txBody>
      </p:sp>
    </p:spTree>
    <p:extLst>
      <p:ext uri="{BB962C8B-B14F-4D97-AF65-F5344CB8AC3E}">
        <p14:creationId xmlns:p14="http://schemas.microsoft.com/office/powerpoint/2010/main" val="35532095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906752"/>
            <a:ext cx="9905998" cy="1478570"/>
          </a:xfrm>
        </p:spPr>
        <p:txBody>
          <a:bodyPr/>
          <a:lstStyle/>
          <a:p>
            <a:pPr algn="ctr"/>
            <a:r>
              <a:rPr lang="en-US" dirty="0" err="1" smtClean="0"/>
              <a:t>Kết</a:t>
            </a:r>
            <a:r>
              <a:rPr lang="en-US" dirty="0" smtClean="0"/>
              <a:t> </a:t>
            </a:r>
            <a:r>
              <a:rPr lang="en-US" dirty="0" err="1" smtClean="0"/>
              <a:t>Luận</a:t>
            </a:r>
            <a:endParaRPr lang="en-US" dirty="0"/>
          </a:p>
        </p:txBody>
      </p:sp>
      <p:sp>
        <p:nvSpPr>
          <p:cNvPr id="3" name="Content Placeholder 2"/>
          <p:cNvSpPr>
            <a:spLocks noGrp="1"/>
          </p:cNvSpPr>
          <p:nvPr>
            <p:ph idx="1"/>
          </p:nvPr>
        </p:nvSpPr>
        <p:spPr>
          <a:xfrm>
            <a:off x="1143000" y="2706687"/>
            <a:ext cx="9905999" cy="3541714"/>
          </a:xfrm>
        </p:spPr>
        <p:txBody>
          <a:bodyPr/>
          <a:lstStyle/>
          <a:p>
            <a:pPr marL="0" indent="0">
              <a:buNone/>
            </a:pPr>
            <a:r>
              <a:rPr lang="en-US" dirty="0" smtClean="0"/>
              <a:t>=&gt; </a:t>
            </a:r>
            <a:r>
              <a:rPr lang="vi-VN" dirty="0" smtClean="0"/>
              <a:t>Nhìn </a:t>
            </a:r>
            <a:r>
              <a:rPr lang="vi-VN" dirty="0"/>
              <a:t>chung, mặc dù Trace Cache có nhiều lợi ích trong việc cải thiện hiệu suất của bộ xử lý, nhưng cũng có một số mặt hạn chế cần được xem xét khi sử dụng. Việc lựa chọn sử dụng Trace Cache hay không phụ thuộc vào nhiều yếu tố khác nhau và cần được cân nhắc kỹ lưỡng.</a:t>
            </a:r>
            <a:endParaRPr lang="vi-VN" dirty="0"/>
          </a:p>
          <a:p>
            <a:pPr marL="0" indent="0">
              <a:buNone/>
            </a:pPr>
            <a:r>
              <a:rPr lang="vi-VN" dirty="0"/>
              <a:t/>
            </a:r>
            <a:br>
              <a:rPr lang="vi-VN" dirty="0"/>
            </a:br>
            <a:endParaRPr lang="en-US" dirty="0"/>
          </a:p>
        </p:txBody>
      </p:sp>
    </p:spTree>
    <p:extLst>
      <p:ext uri="{BB962C8B-B14F-4D97-AF65-F5344CB8AC3E}">
        <p14:creationId xmlns:p14="http://schemas.microsoft.com/office/powerpoint/2010/main" val="373139356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TM04033919[[fn=Circuit]]</Template>
  <TotalTime>19</TotalTime>
  <Words>263</Words>
  <Application>Microsoft Office PowerPoint</Application>
  <PresentationFormat>Widescreen</PresentationFormat>
  <Paragraphs>21</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Times New Roman</vt:lpstr>
      <vt:lpstr>Trebuchet MS</vt:lpstr>
      <vt:lpstr>Tw Cen MT</vt:lpstr>
      <vt:lpstr>Circuit</vt:lpstr>
      <vt:lpstr>Mặt lợi và mặt hại của Trace Cache </vt:lpstr>
      <vt:lpstr>Mặt Lợi của Trace Cache : </vt:lpstr>
      <vt:lpstr>Mặt hại của Trace Cache :</vt:lpstr>
      <vt:lpstr>Kết Luận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Mặt lợi và mặt hại của Trace Cache</dc:title>
  <dc:creator>Le Trong Tai</dc:creator>
  <cp:lastModifiedBy>Le Trong Tai</cp:lastModifiedBy>
  <cp:revision>3</cp:revision>
  <dcterms:created xsi:type="dcterms:W3CDTF">2023-05-07T20:34:58Z</dcterms:created>
  <dcterms:modified xsi:type="dcterms:W3CDTF">2023-05-07T20:54:05Z</dcterms:modified>
</cp:coreProperties>
</file>